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E5D19F-C8CE-9833-5427-07B911BBA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9B4463-29F2-EE60-66E4-A86020444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0B8B26-890D-C7E5-9F61-8B49497C1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152242-22DB-9C88-9719-36EB17E4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9F3D4D-1783-6C62-65AA-880C2A133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7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623C7-CEF3-5C4E-429A-16B4EAAF8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435F7B-3007-B7EA-A7E4-563077D89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D4E41C-331F-042E-D852-45624ACF9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4CD269-D8ED-7F4A-C522-04D1C81E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B8F4B1-F60E-E48C-906F-19A92D9D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84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C3851-6721-6757-B8D8-7E2CB910C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AD92FE-7535-82FE-5FFB-48672F85F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D67C4E-0485-8CD1-23D4-FD5338E7A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A45551-FCBC-6B12-2A01-4E49312A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F35B86-FEBD-B6C8-51F9-048F0BC2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6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1942F-8FD6-47E3-4A4D-C1EE1FF2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22E1F5-057B-9755-6FCB-ACCF9E8E8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665C01-ABD3-1358-C387-32CBB3B3C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37AB10-E598-863F-6583-1BB643AB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82CEEA-86E4-B8DE-AF64-B5E3ED6E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38DE19-5903-6DC4-17DD-62AE530F0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1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5040F-02C1-38F9-ED29-45B2F0F0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2E5504-6BEA-48A6-B8FA-B5C5A6060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C25E3A-3EB3-0427-09A3-2A48277D7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1DCD4D-0E0B-7073-566E-A6DDF1E00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DF43A32-5AA2-88AC-1A6E-4FECAA342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08225E0-4CA9-003B-1224-20B797E4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9D8056-E25C-F9A6-2E09-22D4C346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12D569-906C-049E-B28E-F5DEBBA20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00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1E19E-DC73-8A93-2C47-3D75C90C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F27B48-1240-CA78-4004-618EDCE8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5CBC45-5E0A-7D3F-832B-E0502684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14D410-0B71-38EE-7CA2-A5EB0C10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96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CC97EA9-24CC-C8CF-C327-FCB197C2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36F994-E885-53E1-93BA-DA1AAE1E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8A1EEF-BFAF-E06A-96BD-E5E3F096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1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53D868-EC22-F7DA-B1BE-AEE53E2F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E17D7D-EB30-829D-D19A-ED51673F1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429C95-CBB8-B270-14C0-70CD41155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F902E7-862F-30BC-7CAD-04AC6E51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8AD82E-FDB8-D10D-E881-CF8DAFD1E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E80F72-2C38-3496-5310-2E10FAC5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64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0C961-1F50-E487-CF92-C3B0CCD5E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79C26BC-AF6D-9F7B-2B45-8036B208BD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542A19-17FA-B8B2-DA6E-E8D5AC6FE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FE6FE6-2CBA-E28C-8455-A123C897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FD64C9-014A-52F0-60DF-B06045E85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BC6E2F-1D80-720A-D9F9-6DFA6357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578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B0BD0-6C10-3C44-5237-72A99E8B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0FDA56-3169-04D2-D3CF-4B02454FB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CBD446-9D57-4719-6E3C-47CA24AB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24EE42-F09C-ECF4-6627-36CC17896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725C3-4256-4AA1-A4B2-50B9F671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94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F0FE6D-23E0-2862-A34A-669979881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8A0BC3-04CA-AFB8-B729-3B7796F76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059B3C-AFAF-B945-8770-9C74BC79A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D14A2B-ACF7-337A-4AF2-CE4BF3751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138A49-43C1-337F-BC6F-11647F95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9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DCF9F-BD79-764C-342C-A2E12920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C69565-1BC7-E799-3A20-FB06F84B1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6AAC13-27BB-0934-3635-2FAD1091F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05FF31-65C4-4567-A691-88D57A5EE32A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DE440-7DD6-C0E4-BA53-713FE9B30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97C70-088B-FE88-D71C-E17137C69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22505-A32B-4740-AC60-337DC2F1D4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210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EE562-4451-9380-A05A-32B7DCA012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4D7AF8-07B2-C416-58B0-6DE909473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кот, млекопитающее, домашняя кошка, Мелкие и средние кошк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DEB373A-4509-27C5-D5AB-C8A4BBE1A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475" y="-295422"/>
            <a:ext cx="12759397" cy="811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84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573BF-20B3-354C-6A03-3343E517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 descr="Изображение выглядит как Хвост, млекопитающее, кот, домашняя кош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6D0ABFD-17D4-1BC9-AAD9-DBC0118ED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10537"/>
            <a:ext cx="12192000" cy="10479074"/>
          </a:xfrm>
        </p:spPr>
      </p:pic>
    </p:spTree>
    <p:extLst>
      <p:ext uri="{BB962C8B-B14F-4D97-AF65-F5344CB8AC3E}">
        <p14:creationId xmlns:p14="http://schemas.microsoft.com/office/powerpoint/2010/main" val="4493910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Maks</dc:creator>
  <cp:lastModifiedBy>Maks</cp:lastModifiedBy>
  <cp:revision>2</cp:revision>
  <dcterms:created xsi:type="dcterms:W3CDTF">2026-06-14T12:22:36Z</dcterms:created>
  <dcterms:modified xsi:type="dcterms:W3CDTF">2026-06-14T12:23:24Z</dcterms:modified>
</cp:coreProperties>
</file>